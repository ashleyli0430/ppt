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96696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2026年Q1财务策略会议纪要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337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</a:rPr>
              <a:t>业务激励 · 利润管理 · 组织升级 · IP战略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9776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会议日期：2026年4月1日    参会：刀姐 · AJ · 于老师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DAFA · 内部战略文件  ·  严格保密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会议议程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" cy="210312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B5A4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Q1财务数据回顾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各业务线收入、利润、成本现状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5661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54864" cy="210312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B5A4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激励机制设计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23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利润率标尺 · 爆款奖励 · 团队分润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5661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54864" cy="210312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3258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B5A4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74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组织转型升级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23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个人驱动 → 组织驱动 · 合伙人机制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35661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54864" cy="210312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03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B5A4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51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公开课商业模式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00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IP费分配 · 导师分润 · 授权体系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566160"/>
            <a:ext cx="35661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566160"/>
            <a:ext cx="54864" cy="210312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703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B5A4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251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知识产权规划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800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人群战略版权归属 · 商标注册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566160"/>
            <a:ext cx="35661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566160"/>
            <a:ext cx="54864" cy="210312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703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B5A4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251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行动项 &amp; 时间线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00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本周关键任务与责任人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Q1 财务数据回顾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5A623"/>
                </a:solidFill>
              </a:rPr>
              <a:t>2026年1-3月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64008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刀研视频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FB5A4"/>
                </a:solidFill>
              </a:rPr>
              <a:t>~32万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Q1收入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3200400" cy="182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净利润率 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月成本 ~5万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2743200" cy="45720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44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↑ 健康增长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143000"/>
            <a:ext cx="36576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143000"/>
            <a:ext cx="36576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刀姐整体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874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A623"/>
                </a:solidFill>
              </a:rPr>
              <a:t>226万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1-2月收入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200400"/>
            <a:ext cx="3200400" cy="182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同比 +29%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去年175万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4526280"/>
            <a:ext cx="27432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544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↑ 超越去年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143000"/>
            <a:ext cx="36576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143000"/>
            <a:ext cx="3657600" cy="6400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刀姐视频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874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4C4C"/>
                </a:solidFill>
              </a:rPr>
              <a:t>亏损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当前状态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3200400"/>
            <a:ext cx="3200400" cy="182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成本待配收入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团队待扩充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526280"/>
            <a:ext cx="2743200" cy="45720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544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⚠ 需重点关注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61888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📌  2月份首次实现单月盈利，为近四年来首次 —— 公司财务健康度显著改善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激励机制设计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39496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39496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4C"/>
                </a:solidFill>
              </a:rPr>
              <a:t>利润率标尺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463040" cy="105156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&lt; 15%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783080"/>
            <a:ext cx="338328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057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未达基准线，需调整成本或提升收入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46304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15% - 23%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108960"/>
            <a:ext cx="338328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3383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基准区间，稳健经营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1463040" cy="105156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&gt; 23%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434840"/>
            <a:ext cx="338328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47091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超额利润，触发团队分润机制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051560"/>
            <a:ext cx="594360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051560"/>
            <a:ext cx="5943600" cy="54864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B5A4"/>
                </a:solidFill>
              </a:rPr>
              <a:t>奖励结构设计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783080"/>
            <a:ext cx="54864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爆款奖金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240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单篇突破阈值即时发放
新档位：6000 → 8000/10000元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926080"/>
            <a:ext cx="54864" cy="91440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B5A4"/>
                </a:solidFill>
              </a:rPr>
              <a:t>季度团队奖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83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Q1收入1%作为团队池
按贡献比例分配（编导/剪辑权重可调）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069080"/>
            <a:ext cx="54864" cy="914400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ED4"/>
                </a:solidFill>
              </a:rPr>
              <a:t>超额利润分享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26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超过基准利润率的部分
PD + 核心团队 + 公司 三方分润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212080"/>
            <a:ext cx="54864" cy="91440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257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4C4C"/>
                </a:solidFill>
              </a:rPr>
              <a:t>奖上奖机制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669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季度出3-5个爆款
额外发放绩效奖金（叠加爆款奖之上）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组织转型升级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9ED4"/>
                </a:solidFill>
              </a:rPr>
              <a:t>个人驱动  →  组织驱动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3949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39496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4C4C"/>
                </a:solidFill>
              </a:rPr>
              <a:t>现状（过去模式）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✗  刀姐高度主控，团队执行指令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✗  各业务线强依赖创始人精力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408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✗  激励机制不清晰，团队靠'爱发电'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883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✗  缺少操盘者 &amp; HR机制支撑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51560"/>
            <a:ext cx="5943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051560"/>
            <a:ext cx="5943600" cy="54864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B5A4"/>
                </a:solidFill>
              </a:rPr>
              <a:t>目标（组织驱动）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各业务线独立PD操盘，自主调控成本/收入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93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刀法媒体由组织自运转，释放刀姐精力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408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利润率标尺 + 分润机制，正向驱动创造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883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孵化小AJ，形成多操盘手梯队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337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</a:rPr>
              <a:t>关键角色定位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274320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9476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977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</a:rPr>
              <a:t>刀姐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177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战略主控 + 刀姐IP业务
全力dominate并收取IP收益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794760"/>
            <a:ext cx="274320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3794760"/>
            <a:ext cx="2743200" cy="54864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977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9ED4"/>
                </a:solidFill>
              </a:rPr>
              <a:t>AJ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6177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潜在合伙人
整体运营操盘 &amp; 激励体系执行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794760"/>
            <a:ext cx="274320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2743200" cy="54864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977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B5A4"/>
                </a:solidFill>
              </a:rPr>
              <a:t>各业务PD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6177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业务操盘手
动态调整成本/收入，保利润达标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3794760"/>
            <a:ext cx="274320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3794760"/>
            <a:ext cx="274320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977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C4C"/>
                </a:solidFill>
              </a:rPr>
              <a:t>新HR
(4月15日入职)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6177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组织建设
氛围营造 + 机制落地 + 人才激励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公开课商业模式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5A623"/>
                </a:solidFill>
              </a:rPr>
              <a:t>首期预计 2026年5月上线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</a:rPr>
              <a:t>收入分配模型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24712" cy="64008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81912" y="1737360"/>
            <a:ext cx="1124712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1874520"/>
            <a:ext cx="1033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6624" y="1737360"/>
            <a:ext cx="3374136" cy="64008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2344" y="1874520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737360"/>
            <a:ext cx="2249424" cy="640080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7452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0184" y="1737360"/>
            <a:ext cx="3374136" cy="640080"/>
          </a:xfrm>
          <a:prstGeom prst="rect">
            <a:avLst/>
          </a:prstGeom>
          <a:solidFill>
            <a:srgbClr val="5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874520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182880" cy="18288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14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刀姐IP费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560320"/>
            <a:ext cx="182880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514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刀法品牌IP 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560320"/>
            <a:ext cx="182880" cy="18288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2514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讲师分润 30%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07792"/>
            <a:ext cx="182880" cy="182880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62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课程交付成本 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907792"/>
            <a:ext cx="182880" cy="182880"/>
          </a:xfrm>
          <a:prstGeom prst="rect">
            <a:avLst/>
          </a:prstGeom>
          <a:solidFill>
            <a:srgbClr val="5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2862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公司留存利润 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23360"/>
            <a:ext cx="548640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023360"/>
            <a:ext cx="5486400" cy="54864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B5A4"/>
                </a:solidFill>
              </a:rPr>
              <a:t>讲师合作规则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外部品牌讲师：约40%（获客+讲课）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5663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主讲师 vs 次讲师按课时比例分配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498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仅获客不授课：在30%获客池中分配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4301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课件版权另付版权费（版税制度）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023360"/>
            <a:ext cx="585216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4023360"/>
            <a:ext cx="58521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竞争力参考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高维学堂：外部讲师40%分成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05663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全职讲师：高底薪 + 年终绩效分成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4498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目标：与高维竞争优质讲师资源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8430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刀法优势：媒体势能 + 精准用户群体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知识产权战略规划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713232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7132320" cy="54864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B5A4"/>
                </a:solidFill>
              </a:rPr>
              <a:t>「人群战略」版权归属架构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3200400" cy="68580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901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科学公司（版权持有方）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514600"/>
            <a:ext cx="18288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0" y="2971800"/>
            <a:ext cx="4389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2971800"/>
            <a:ext cx="18288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2971800"/>
            <a:ext cx="18288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98464" y="2971800"/>
            <a:ext cx="18288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178308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刀法咨询
（授权使用）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3337560"/>
            <a:ext cx="178308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38328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刀法媒体
（授权使用）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337560"/>
            <a:ext cx="178308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38328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外部合伙人
（授权使用）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</a:rPr>
              <a:t>注册范围清单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□  「人群战略」中文商标（已提交注册）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3951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□  衍生英文名称及图形商标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8698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□  核心方法论模型（版权登记）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34456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□  PPT课件及培训资料（著作权）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051560"/>
            <a:ext cx="420624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1051560"/>
            <a:ext cx="42062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1704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</a:rPr>
              <a:t>执行计划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737360"/>
            <a:ext cx="118872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18745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责任人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1828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小凡 + 张经理协助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651760"/>
            <a:ext cx="118872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2788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核心资产盘点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743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与Paco/天柔确认
所有IP边界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566160"/>
            <a:ext cx="118872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703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注册提交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657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公开课上线前完成
提交（商标局）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4480560"/>
            <a:ext cx="118872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4617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内部协议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572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科学公司授权各
主体使用协议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5394960"/>
            <a:ext cx="118872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55321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对外合作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486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外部讲师引用
人群战略须授权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行动项 &amp; 时间线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6928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4864" cy="123444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005840" cy="347472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本周四/五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1887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[AJ]  激励方案V1发布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完整分润机制草案，发至飞书群，三方确认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66928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4864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188720"/>
            <a:ext cx="10058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本周内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1887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[云云 + 运营]  Q1爆款奖发放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调整爆款奖档位(6000→8000/10000)，公开表彰Jasper/琼玉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14600"/>
            <a:ext cx="566928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514600"/>
            <a:ext cx="54864" cy="123444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606040"/>
            <a:ext cx="1005840" cy="347472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6060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4月15日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060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[HR（新入职）]  组织建设启动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接手团队氛围、绩效沟通、激励机制落地执行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514600"/>
            <a:ext cx="566928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514600"/>
            <a:ext cx="54864" cy="1234440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606040"/>
            <a:ext cx="1005840" cy="347472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6060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公开课前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6060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[小凡 + 张经理]  IP注册提交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盘点人群战略全部资产，提交商标及版权注册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931920"/>
            <a:ext cx="566928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931920"/>
            <a:ext cx="54864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023360"/>
            <a:ext cx="10058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0233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本周内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0233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[于老师]  1-2月IP费追溯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5262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将刀姐IP费从10%追溯调整至最终确定比例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931920"/>
            <a:ext cx="566928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931920"/>
            <a:ext cx="54864" cy="1234440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023360"/>
            <a:ext cx="1005840" cy="347472"/>
          </a:xfrm>
          <a:prstGeom prst="rect">
            <a:avLst/>
          </a:prstGeom>
          <a:solidFill>
            <a:srgbClr val="0F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0233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本周内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40233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[AJ + 于老师]  公开课协议框架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262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梳理导师分钱比例模板，律师出合同初稿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349240"/>
            <a:ext cx="1161288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5349240"/>
            <a:ext cx="54864" cy="1234440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5440680"/>
            <a:ext cx="1005840" cy="347472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4406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Q2开始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544068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[AJ + 刀姐]  Q2冲刺计划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943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与琼玉/Jasper确认Q2目标与冲刺激励方案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